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Preprocessing, Regularisation &amp; Cross-Dataset
Generalisation for EEG Seizure Detection</a:t>
            </a:r>
          </a:p>
          <a:p>
            <a:r>
              <a:rPr sz="2000">
                <a:solidFill>
                  <a:srgbClr val="BFD3FF"/>
                </a:solidFill>
              </a:rPr>
              <a:t>Logistic regression on three REAL datasets - UCI · CHB-MIT · Bonn</a:t>
            </a:r>
          </a:p>
          <a:p>
            <a:r>
              <a:rPr sz="1500">
                <a:solidFill>
                  <a:srgbClr val="9FB3E0"/>
                </a:solidFill>
              </a:rPr>
              <a:t>Machine Learning - Semester Major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this version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The earlier notebook looked enterprise-grade but folded under inspection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2 of 3 "datasets" were synthetic Gaussian noise - mislabelled as Bonn / PhysioNet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Trivially separable → fake F1 ≈ 0.98 everywhere (an artifact, not a result)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Written conclusions contradicted the notebook’s own printed output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On the only real dataset the model was at chance (ROC-AUC ≈ 0.50)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This version: only real data, true provenance, one honest methodology, conclusions computed + assert-checked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Three real datasets (true provenance)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DS1 UCI Epileptic - 11500 windows, 20.0% seizure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DS2 CHB-MIT Scalp - 1462 windows (23ch raw), 22.4% - natural imbalance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DS3 Bonn University - 500 segments, 20.0% seizure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Downloaded reproducibly via kagglehub; no fabrication, no fallback</a:t>
            </a:r>
          </a:p>
        </p:txBody>
      </p:sp>
      <p:pic>
        <p:nvPicPr>
          <p:cNvPr id="5" name="Picture 4" descr="fig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669280" cy="1698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Root cause: raw amplitude is degenerate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Raw EEG samples → logistic regression: ROC-AUC 0.50 (chance)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Seizure signal lives in energy / variability / spectrum, not amplitude at a fixed index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Fix: unified extractor - 10 time-domain + 5 spectral band-power features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444444"/>
                </a:solidFill>
              </a:rPr>
              <a:t>– Applied identically to all datasets → fair cross-dataset comparison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DS1 ROC-AUC 0.50 → 0.99 after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Baseline - honest difficulty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DS1 UCI: ROC-AUC 0.993, F1 0.938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DS2 CHB-MIT: ROC-AUC 0.693, F1 0.029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DS3 Bonn: ROC-AUC 0.988, F1 0.930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CHB-MIT is genuinely hard - a real result, not a fabricated 0.98</a:t>
            </a:r>
          </a:p>
        </p:txBody>
      </p:sp>
      <p:pic>
        <p:nvPicPr>
          <p:cNvPr id="5" name="Picture 4" descr="fig3_baseline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852160" cy="15343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Overfitting / underfitting (now real)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Severe underfit (C=1e-4): train 0.58 / test 0.58 (15 feat)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Mild underfit (C=1e-2): train 0.89 / test 0.88 (15 feat)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Good fit (C=1): train 0.93 / test 0.94 (15 feat)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Overfit (deg=3,C=1e5): train 1.00 / test 0.95 (815 feat)</a:t>
            </a:r>
          </a:p>
        </p:txBody>
      </p:sp>
      <p:pic>
        <p:nvPicPr>
          <p:cNvPr id="5" name="Picture 4" descr="fig4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1209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Q2/Q3 - Regularisation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Best mean PR-AUC: L1 (Lasso)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Spread among L1/L2/Elastic Net: only 0.0049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Elastic Net consistently best? False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Unregularised is the real loser (spread → 0.034)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Defensible answer: "regularised vs. not", not which penalty</a:t>
            </a:r>
          </a:p>
        </p:txBody>
      </p:sp>
      <p:pic>
        <p:nvPicPr>
          <p:cNvPr id="5" name="Picture 4" descr="fig5_regular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943600" cy="1644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Q4 - Imbalance × Regularisation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Feature extraction &amp; imbalance handling &gt;&gt; penalty choice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Best combo (DS1* ~4%): Undersample + L2, F1 0.926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On hard CHB-MIT, class-weight/SMOTE lift recall from ~0.02 to ~0.68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F2D5A"/>
                </a:solidFill>
              </a:rPr>
              <a:t>• Resampling/recall trade-off dominates the penalty</a:t>
            </a:r>
          </a:p>
        </p:txBody>
      </p:sp>
      <p:pic>
        <p:nvPicPr>
          <p:cNvPr id="5" name="Picture 4" descr="fig6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6035040" cy="188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Q1: preprocessing order minor (|ΔF1| = 0.017)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Q2/Q3: no penalty dominates; Elastic Net does NOT consistently win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Q4: imbalance strategy interacts with - and outweighs - the penalty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First-order levers: feature extraction + imbalance handling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Honest, reproducible methodology changed the headline answer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F2D5A"/>
                </a:solidFill>
              </a:rPr>
              <a:t>• Every number computed and assert-checked - survives scrutiny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